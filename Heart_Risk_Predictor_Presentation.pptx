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Thank_you_icon.jpg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7645" y="787143"/>
            <a:ext cx="7772400" cy="1470025"/>
          </a:xfrm>
        </p:spPr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rPr dirty="0"/>
              <a:t>Cardiac Wellness System</a:t>
            </a:r>
          </a:p>
          <a:p>
            <a:r>
              <a:rPr dirty="0"/>
              <a:t>(Heart Risk Predictor)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3445" y="2303207"/>
            <a:ext cx="6400800" cy="3291348"/>
          </a:xfrm>
        </p:spPr>
        <p:txBody>
          <a:bodyPr>
            <a:normAutofit fontScale="92500" lnSpcReduction="20000"/>
          </a:bodyPr>
          <a:lstStyle/>
          <a:p>
            <a:pPr>
              <a:defRPr sz="2000"/>
            </a:pPr>
            <a:r>
              <a:rPr dirty="0"/>
              <a:t>A Comprehensive Machine Learning Health Checkup</a:t>
            </a: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>
              <a:defRPr sz="2000"/>
            </a:pPr>
            <a:endParaRPr lang="en-US" dirty="0"/>
          </a:p>
          <a:p>
            <a:pPr algn="l">
              <a:defRPr sz="2000"/>
            </a:pPr>
            <a:r>
              <a:rPr lang="en-US" dirty="0"/>
              <a:t>Name</a:t>
            </a:r>
          </a:p>
          <a:p>
            <a:pPr algn="l"/>
            <a:r>
              <a:rPr lang="en-US" dirty="0"/>
              <a:t>Surana </a:t>
            </a:r>
            <a:r>
              <a:rPr lang="en-US" dirty="0" err="1"/>
              <a:t>vinaya</a:t>
            </a:r>
            <a:r>
              <a:rPr lang="en-US" dirty="0"/>
              <a:t> </a:t>
            </a:r>
            <a:r>
              <a:rPr lang="en-US" dirty="0" err="1"/>
              <a:t>kumar</a:t>
            </a:r>
            <a:r>
              <a:rPr lang="en-US" dirty="0"/>
              <a:t>   240301370055</a:t>
            </a:r>
          </a:p>
          <a:p>
            <a:pPr algn="l"/>
            <a:r>
              <a:rPr lang="en-US" dirty="0"/>
              <a:t>Om Prakash </a:t>
            </a:r>
            <a:r>
              <a:rPr lang="en-US" dirty="0" err="1"/>
              <a:t>jena</a:t>
            </a:r>
            <a:r>
              <a:rPr lang="en-US" dirty="0"/>
              <a:t> 240301370054</a:t>
            </a:r>
          </a:p>
          <a:p>
            <a:pPr algn="l"/>
            <a:r>
              <a:rPr lang="en-US" dirty="0" err="1"/>
              <a:t>Biswojit</a:t>
            </a:r>
            <a:r>
              <a:rPr lang="en-US" dirty="0"/>
              <a:t> Mohapatra 240301370051</a:t>
            </a:r>
            <a:endParaRPr dirty="0"/>
          </a:p>
          <a:p>
            <a:endParaRPr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855CDDB-D300-4C83-E890-CB765BF4F8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614F-A900-85FE-CF12-E45DAF755DCE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lang="en-IN" sz="4000" b="1" u="sng" dirty="0">
                <a:solidFill>
                  <a:srgbClr val="1E3A8A"/>
                </a:solidFill>
                <a:latin typeface="Calibri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38918-8245-4D39-5F92-0C8ECBB108B7}"/>
              </a:ext>
            </a:extLst>
          </p:cNvPr>
          <p:cNvSpPr txBox="1">
            <a:spLocks/>
          </p:cNvSpPr>
          <p:nvPr/>
        </p:nvSpPr>
        <p:spPr>
          <a:xfrm>
            <a:off x="270387" y="1417638"/>
            <a:ext cx="8229600" cy="473177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400"/>
            </a:pPr>
            <a:r>
              <a:rPr lang="en-US" sz="2400" dirty="0"/>
              <a:t>Introduction</a:t>
            </a:r>
          </a:p>
          <a:p>
            <a:pPr>
              <a:defRPr sz="2400"/>
            </a:pPr>
            <a:r>
              <a:rPr lang="en-US" sz="2400" dirty="0"/>
              <a:t>Project Objectives</a:t>
            </a:r>
          </a:p>
          <a:p>
            <a:pPr>
              <a:defRPr sz="2400"/>
            </a:pPr>
            <a:r>
              <a:rPr lang="en-US" sz="2400" dirty="0"/>
              <a:t>Technology Used</a:t>
            </a:r>
          </a:p>
          <a:p>
            <a:pPr>
              <a:defRPr sz="2400"/>
            </a:pPr>
            <a:r>
              <a:rPr lang="en-US" sz="2400" dirty="0"/>
              <a:t>Health Input Features</a:t>
            </a:r>
          </a:p>
          <a:p>
            <a:pPr>
              <a:defRPr sz="2400"/>
            </a:pPr>
            <a:r>
              <a:rPr lang="en-US" sz="2400" dirty="0"/>
              <a:t>Machine Learning Methodology</a:t>
            </a:r>
          </a:p>
          <a:p>
            <a:pPr>
              <a:defRPr sz="2400"/>
            </a:pPr>
            <a:r>
              <a:rPr lang="en-US" sz="2400" dirty="0"/>
              <a:t>User Interface and Design Strategy</a:t>
            </a:r>
          </a:p>
          <a:p>
            <a:pPr>
              <a:defRPr sz="2400"/>
            </a:pPr>
            <a:r>
              <a:rPr lang="en-IN" sz="2400" dirty="0"/>
              <a:t>Diagnostic Reporting Mechanics</a:t>
            </a:r>
          </a:p>
          <a:p>
            <a:pPr>
              <a:defRPr sz="2400"/>
            </a:pPr>
            <a:r>
              <a:rPr lang="en-IN" dirty="0"/>
              <a:t>Key System Advantages</a:t>
            </a:r>
          </a:p>
          <a:p>
            <a:pPr>
              <a:defRPr sz="2400"/>
            </a:pPr>
            <a:r>
              <a:rPr lang="en-IN" sz="2400" dirty="0"/>
              <a:t>Conclusion</a:t>
            </a:r>
          </a:p>
          <a:p>
            <a:pPr>
              <a:defRPr sz="2400"/>
            </a:pPr>
            <a:r>
              <a:rPr lang="en-IN" sz="2400" dirty="0"/>
              <a:t>Future Scope And Expansion</a:t>
            </a:r>
            <a:endParaRPr lang="en-US" sz="2400" dirty="0"/>
          </a:p>
          <a:p>
            <a:pPr>
              <a:defRPr sz="2400"/>
            </a:pPr>
            <a:endParaRPr lang="en-US" sz="2400" dirty="0"/>
          </a:p>
          <a:p>
            <a:pPr>
              <a:defRPr sz="2400"/>
            </a:pPr>
            <a:endParaRPr lang="en-US" sz="2400" dirty="0"/>
          </a:p>
          <a:p>
            <a:pPr>
              <a:defRPr sz="2400"/>
            </a:pPr>
            <a:endParaRPr lang="en-US" sz="24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E56CB21-4F05-34B3-7C87-105333905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127825"/>
            <a:ext cx="919623" cy="112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36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31774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dirty="0"/>
              <a:t>Cardiovascular diseases are a leading cause of global mortality.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Early detection using predictive modeling is potentially life-saving.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Purpose: Develop an ML-based web application to predict heart disease likelihood based on user health metrics.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Approach: A streamlined, user-friendly interface providing self-assessment using an underlying trained model.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49DF4F2-E1E7-17DF-D045-D66D67E9B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u="sng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032" y="1600200"/>
            <a:ext cx="8971935" cy="4692445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dirty="0"/>
              <a:t>Create an intuitive, single-page user interface for quick health checkups.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Utilize key biometric data (Age, Sex, BMI, Blood Temp, etc.) to assess risk.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Implement a Deep Random Forest Classification model for high-accuracy predictions.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Provide users with meaningful interactive, animated diagnostic reports.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A4FC810-2428-EB22-94E0-F44C2CEE3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dirty="0"/>
              <a:t> </a:t>
            </a:r>
            <a:r>
              <a:rPr u="sng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3452"/>
          </a:xfrm>
        </p:spPr>
        <p:txBody>
          <a:bodyPr/>
          <a:lstStyle/>
          <a:p>
            <a:pPr>
              <a:defRPr sz="2400"/>
            </a:pPr>
            <a:r>
              <a:rPr dirty="0"/>
              <a:t>Programming Language: Python (Core Logic &amp; ML)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Frontend Framework: </a:t>
            </a:r>
            <a:r>
              <a:rPr dirty="0" err="1"/>
              <a:t>Streamlit</a:t>
            </a:r>
            <a:r>
              <a:rPr dirty="0"/>
              <a:t> (Web Interface)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UI/UX Design: Custom HTML/CSS with </a:t>
            </a:r>
            <a:r>
              <a:rPr dirty="0" err="1"/>
              <a:t>Glassmorphism</a:t>
            </a:r>
            <a:r>
              <a:rPr dirty="0"/>
              <a:t> &amp; Animated Gradients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Machine Learning: Scikit-Learn (</a:t>
            </a:r>
            <a:r>
              <a:rPr dirty="0" err="1"/>
              <a:t>RandomForestClassifier</a:t>
            </a:r>
            <a:r>
              <a:rPr dirty="0"/>
              <a:t>)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Data Processing: Pandas &amp; NumPy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6B55C1C-285F-8785-CBF7-4D5845610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u="sng" dirty="0"/>
              <a:t>Health Input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543368" cy="4721942"/>
          </a:xfrm>
        </p:spPr>
        <p:txBody>
          <a:bodyPr/>
          <a:lstStyle/>
          <a:p>
            <a:pPr>
              <a:defRPr sz="2400"/>
            </a:pPr>
            <a:r>
              <a:rPr dirty="0"/>
              <a:t>The model analyzes 6 critical health indicators: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Demographic: Age &amp; Biological Sex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 Body Metrics: Height and Weight (Real-time BMI calculation)</a:t>
            </a:r>
            <a:endParaRPr lang="en-US" dirty="0"/>
          </a:p>
          <a:p>
            <a:pPr>
              <a:spcAft>
                <a:spcPts val="1400"/>
              </a:spcAft>
              <a:defRPr sz="2400"/>
            </a:pPr>
            <a:r>
              <a:rPr lang="en-US" dirty="0"/>
              <a:t> Vital Sign: Resting Blood Pressure (mmHg)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Lab Metric: Total Cholesterol (mg/dl)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 Symptoms: Chest Pain Level (Asymptomatic to Severe Angina)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AF71E7-7698-2C80-71E0-EBBAC4808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dirty="0"/>
              <a:t> </a:t>
            </a:r>
            <a:r>
              <a:rPr u="sng" dirty="0"/>
              <a:t>Machine Learning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504039" cy="4525963"/>
          </a:xfrm>
        </p:spPr>
        <p:txBody>
          <a:bodyPr/>
          <a:lstStyle/>
          <a:p>
            <a:pPr>
              <a:defRPr sz="2400"/>
            </a:pPr>
            <a:r>
              <a:rPr dirty="0"/>
              <a:t>Algorithm: Random Forest Classifier (100 estimators, max depth 7)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Data Source: Synthetically generated robust dataset of 4,000 medical profiles covering diverse cases.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Data Split: 80% Training Data, 20% Testing Data with balanced class weights.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Performance: Achieves high predictive accuracy on the simulated test evaluation data.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977D052-9254-3BD7-AA73-A7265958F5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dirty="0"/>
              <a:t> </a:t>
            </a:r>
            <a:r>
              <a:rPr u="sng" dirty="0"/>
              <a:t>User Interface &amp; Design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0032"/>
            <a:ext cx="8529484" cy="4983162"/>
          </a:xfrm>
        </p:spPr>
        <p:txBody>
          <a:bodyPr/>
          <a:lstStyle/>
          <a:p>
            <a:pPr>
              <a:defRPr sz="2400"/>
            </a:pPr>
            <a:r>
              <a:rPr dirty="0"/>
              <a:t>Modern "</a:t>
            </a:r>
            <a:r>
              <a:rPr dirty="0" err="1"/>
              <a:t>Glassmorphism</a:t>
            </a:r>
            <a:r>
              <a:rPr dirty="0"/>
              <a:t>" UI with clean light/dark visually striking cards.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Dynamic background gradients via custom CSS continuous flow animations.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Single-page architecture for an "all-in-one-screen" seamless experience.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Immediate visual feedback as users adjust health input sliders.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F6D526-92F1-AB0D-6470-2B736328F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u="sng" dirty="0"/>
              <a:t>Diagnostic Reporting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0826" cy="4702277"/>
          </a:xfrm>
        </p:spPr>
        <p:txBody>
          <a:bodyPr/>
          <a:lstStyle/>
          <a:p>
            <a:pPr>
              <a:defRPr sz="2400"/>
            </a:pPr>
            <a:r>
              <a:rPr dirty="0"/>
              <a:t>Dynamic Results Processing: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- Optimal Health: Displays a comforting heartbeat animation (Green visual theme).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- Elevated Risk: Displays a flashing warning animation (Red visual theme).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Custom Medical Advisory Plans generated based on the specific prediction.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Includes a custom UI Pie Chart visualizing Risk vs. Safe probabilistic percentages.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2B69B8-E6B7-0DB2-35D7-4676E68AD8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dirty="0"/>
              <a:t> Key System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362335" cy="4259826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dirty="0"/>
              <a:t>Real-time Assessment: Instant feedback with near zero-latency predictions.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Privacy-Centric: Localized data processing containing no external cloud data storage.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Exportable Summaries: Users can securely download a .txt summary of their medical report.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Educational Impact: Promotes awareness regarding fundamental cardiovascular trackers.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0DEB93C-F055-FB1E-F363-26B2046B2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u="sng" dirty="0"/>
              <a:t>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804787" cy="4653116"/>
          </a:xfrm>
        </p:spPr>
        <p:txBody>
          <a:bodyPr/>
          <a:lstStyle/>
          <a:p>
            <a:pPr>
              <a:defRPr sz="2400"/>
            </a:pPr>
            <a:r>
              <a:rPr dirty="0"/>
              <a:t>The Cardiac Wellness System effectively combines aesthetic modern web design with powerful machine learning capabilities.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It successfully demonstrates the potential of AI in personal healthcare monitoring systems.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Delivers an intuitive, accessible experience without sacrificing depth or analytical rigidity.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64424A9-436A-5D61-29D2-F0FEC89D30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BB8B08-C0C3-9506-A653-EA2323147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434" y="4182972"/>
            <a:ext cx="4657598" cy="24743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1E3A8A"/>
                </a:solidFill>
                <a:latin typeface="Calibri"/>
              </a:defRPr>
            </a:pPr>
            <a:r>
              <a:rPr u="sng" dirty="0"/>
              <a:t>Future Scope &amp;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593" y="1796845"/>
            <a:ext cx="8568813" cy="4525963"/>
          </a:xfrm>
        </p:spPr>
        <p:txBody>
          <a:bodyPr/>
          <a:lstStyle/>
          <a:p>
            <a:pPr>
              <a:defRPr sz="2400"/>
            </a:pPr>
            <a:r>
              <a:rPr dirty="0"/>
              <a:t>Integration with Wearable Technology (Smartwatches/Fitness trackers) for automated data scraping.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Expand backend connectivity to incorporate Electronic Health Records (EHR).</a:t>
            </a:r>
          </a:p>
          <a:p>
            <a:pPr>
              <a:spcAft>
                <a:spcPts val="1400"/>
              </a:spcAft>
              <a:defRPr sz="2400"/>
            </a:pPr>
            <a:r>
              <a:rPr dirty="0"/>
              <a:t>Incorporate advanced deep learning neural networks utilizing significantly larger, real-world clinical datasets.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2994622-ECF5-6478-3B63-A0A5CD7B3F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1CBE6A-874A-6BDD-118E-ECD442E0F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"/>
            <a:ext cx="9090693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C328198-F204-9DB3-D5EF-CDBB0C45B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1758" y="274638"/>
            <a:ext cx="919623" cy="1122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66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583</Words>
  <Application>Microsoft Office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Cardiac Wellness System (Heart Risk Predictor)</vt:lpstr>
      <vt:lpstr>PowerPoint Presentation</vt:lpstr>
      <vt:lpstr>Introduction</vt:lpstr>
      <vt:lpstr>Project Objectives</vt:lpstr>
      <vt:lpstr> Technologies Used</vt:lpstr>
      <vt:lpstr>Health Input Features</vt:lpstr>
      <vt:lpstr> Machine Learning Methodology</vt:lpstr>
      <vt:lpstr> User Interface &amp; Design Strategy</vt:lpstr>
      <vt:lpstr>Diagnostic Reporting Mechanics</vt:lpstr>
      <vt:lpstr> Key System Advantages</vt:lpstr>
      <vt:lpstr> Conclusion</vt:lpstr>
      <vt:lpstr>Future Scope &amp; Expansion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vinay surana</cp:lastModifiedBy>
  <cp:revision>5</cp:revision>
  <dcterms:created xsi:type="dcterms:W3CDTF">2013-01-27T09:14:16Z</dcterms:created>
  <dcterms:modified xsi:type="dcterms:W3CDTF">2026-04-08T06:11:40Z</dcterms:modified>
  <cp:category/>
</cp:coreProperties>
</file>