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Cardiac Wellness System</a:t>
            </a:r>
          </a:p>
          <a:p>
            <a:r>
              <a:t>(Heart Risk Predictor)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A Comprehensive Machine Learning Health Checkup</a:t>
            </a:r>
          </a:p>
          <a:p/>
          <a:p>
            <a:r>
              <a:t>Developed By: Vinay, Om, and Biswojit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846320" cy="0"/>
          </a:xfrm>
        </p:spPr>
        <p:txBody>
          <a:bodyPr/>
          <a:lstStyle/>
          <a:p>
            <a:pPr>
              <a:defRPr sz="2400"/>
            </a:pPr>
            <a:r>
              <a:t>Cardiovascular diseases are a leading cause of global mortality.</a:t>
            </a:r>
          </a:p>
          <a:p>
            <a:pPr>
              <a:spcAft>
                <a:spcPts val="1400"/>
              </a:spcAft>
              <a:defRPr sz="2400"/>
            </a:pPr>
            <a:r>
              <a:t>Early detection using predictive modeling is potentially life-saving.</a:t>
            </a:r>
          </a:p>
          <a:p>
            <a:pPr>
              <a:spcAft>
                <a:spcPts val="1400"/>
              </a:spcAft>
              <a:defRPr sz="2400"/>
            </a:pPr>
            <a:r>
              <a:t>Purpose: Develop an ML web application to predict heart disease likelihood.</a:t>
            </a:r>
          </a:p>
          <a:p>
            <a:pPr>
              <a:spcAft>
                <a:spcPts val="1400"/>
              </a:spcAft>
              <a:defRPr sz="2400"/>
            </a:pPr>
            <a:r>
              <a:t>Approach: A streamlined interface providing self-assessment using an underlying trained ML model.</a:t>
            </a:r>
          </a:p>
        </p:txBody>
      </p:sp>
      <p:pic>
        <p:nvPicPr>
          <p:cNvPr id="4" name="Picture 3" descr="heart_health_ai_17756242868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an intuitive, single-page user interface for quick health checkups.</a:t>
            </a:r>
          </a:p>
          <a:p>
            <a:pPr>
              <a:spcAft>
                <a:spcPts val="1400"/>
              </a:spcAft>
              <a:defRPr sz="2400"/>
            </a:pPr>
            <a:r>
              <a:t>Utilize key biometric data (Age, Sex, BMI, Blood Temp, etc.) to assess risk.</a:t>
            </a:r>
          </a:p>
          <a:p>
            <a:pPr>
              <a:spcAft>
                <a:spcPts val="1400"/>
              </a:spcAft>
              <a:defRPr sz="2400"/>
            </a:pPr>
            <a:r>
              <a:t>Implement a Deep Random Forest Classification model for high accuracy.</a:t>
            </a:r>
          </a:p>
          <a:p>
            <a:pPr>
              <a:spcAft>
                <a:spcPts val="1400"/>
              </a:spcAft>
              <a:defRPr sz="2400"/>
            </a:pPr>
            <a:r>
              <a:t>Provide users with meaningful interactive, animated diagnostic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3.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Programming Language: Python (Core Logic &amp; ML)</a:t>
            </a:r>
          </a:p>
          <a:p>
            <a:pPr>
              <a:spcAft>
                <a:spcPts val="1400"/>
              </a:spcAft>
              <a:defRPr sz="2400"/>
            </a:pPr>
            <a:r>
              <a:t>Frontend Framework: Streamlit (Web Interface)</a:t>
            </a:r>
          </a:p>
          <a:p>
            <a:pPr>
              <a:spcAft>
                <a:spcPts val="1400"/>
              </a:spcAft>
              <a:defRPr sz="2400"/>
            </a:pPr>
            <a:r>
              <a:t>UI/UX Design: Custom HTML/CSS with Glassmorphism &amp; Animated Gradients</a:t>
            </a:r>
          </a:p>
          <a:p>
            <a:pPr>
              <a:spcAft>
                <a:spcPts val="1400"/>
              </a:spcAft>
              <a:defRPr sz="2400"/>
            </a:pPr>
            <a:r>
              <a:t>Machine Learning: Scikit-Learn (RandomForestClassifier)</a:t>
            </a:r>
          </a:p>
          <a:p>
            <a:pPr>
              <a:spcAft>
                <a:spcPts val="1400"/>
              </a:spcAft>
              <a:defRPr sz="2400"/>
            </a:pPr>
            <a:r>
              <a:t>Data Processing: Pandas &amp; NumPy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4. Health Input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model analyzes 6 critical health indicators:</a:t>
            </a:r>
          </a:p>
          <a:p>
            <a:pPr>
              <a:spcAft>
                <a:spcPts val="1400"/>
              </a:spcAft>
              <a:defRPr sz="2400"/>
            </a:pPr>
            <a:r>
              <a:t>1. Demographic: Age &amp; Biological Sex</a:t>
            </a:r>
          </a:p>
          <a:p>
            <a:pPr>
              <a:spcAft>
                <a:spcPts val="1400"/>
              </a:spcAft>
              <a:defRPr sz="2400"/>
            </a:pPr>
            <a:r>
              <a:t>2. Body Metrics: Height and Weight (Real-time BMI calculation)</a:t>
            </a:r>
          </a:p>
          <a:p>
            <a:pPr>
              <a:spcAft>
                <a:spcPts val="1400"/>
              </a:spcAft>
              <a:defRPr sz="2400"/>
            </a:pPr>
            <a:r>
              <a:t>3. Vital Sign: Resting Blood Pressure (mmHg)</a:t>
            </a:r>
          </a:p>
          <a:p>
            <a:pPr>
              <a:spcAft>
                <a:spcPts val="1400"/>
              </a:spcAft>
              <a:defRPr sz="2400"/>
            </a:pPr>
            <a:r>
              <a:t>4. Lab Metric: Total Cholesterol (mg/dl)</a:t>
            </a:r>
          </a:p>
          <a:p>
            <a:pPr>
              <a:spcAft>
                <a:spcPts val="1400"/>
              </a:spcAft>
              <a:defRPr sz="2400"/>
            </a:pPr>
            <a:r>
              <a:t>5. Symptoms: Chest Pain Level (Asymptomatic to Severe Angina)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5. Machine Learning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846320" cy="0"/>
          </a:xfrm>
        </p:spPr>
        <p:txBody>
          <a:bodyPr/>
          <a:lstStyle/>
          <a:p>
            <a:pPr>
              <a:defRPr sz="2400"/>
            </a:pPr>
            <a:r>
              <a:t>Algorithm: Random Forest Classifier (100 estimators, max depth 7)</a:t>
            </a:r>
          </a:p>
          <a:p>
            <a:pPr>
              <a:spcAft>
                <a:spcPts val="1400"/>
              </a:spcAft>
              <a:defRPr sz="2400"/>
            </a:pPr>
            <a:r>
              <a:t>Data Source: Synthetically generated robust dataset of 4,000 cases.</a:t>
            </a:r>
          </a:p>
          <a:p>
            <a:pPr>
              <a:spcAft>
                <a:spcPts val="1400"/>
              </a:spcAft>
              <a:defRPr sz="2400"/>
            </a:pPr>
            <a:r>
              <a:t>Data Split: 80% Training Data, 20% Testing Data with balanced class weights.</a:t>
            </a:r>
          </a:p>
          <a:p>
            <a:pPr>
              <a:spcAft>
                <a:spcPts val="1400"/>
              </a:spcAft>
              <a:defRPr sz="2400"/>
            </a:pPr>
            <a:r>
              <a:t>Performance: Achieves high predictive accuracy on the evaluation data.</a:t>
            </a:r>
          </a:p>
        </p:txBody>
      </p:sp>
      <p:pic>
        <p:nvPicPr>
          <p:cNvPr id="4" name="Picture 3" descr="ml_random_forest_17756243061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6. User Interface &amp; Design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846320" cy="0"/>
          </a:xfrm>
        </p:spPr>
        <p:txBody>
          <a:bodyPr/>
          <a:lstStyle/>
          <a:p>
            <a:pPr>
              <a:defRPr sz="2400"/>
            </a:pPr>
            <a:r>
              <a:t>Modern "Glassmorphism" UI with clean light/dark visually cards.</a:t>
            </a:r>
          </a:p>
          <a:p>
            <a:pPr>
              <a:spcAft>
                <a:spcPts val="1400"/>
              </a:spcAft>
              <a:defRPr sz="2400"/>
            </a:pPr>
            <a:r>
              <a:t>Dynamic background gradients via custom CSS flow animations.</a:t>
            </a:r>
          </a:p>
          <a:p>
            <a:pPr>
              <a:spcAft>
                <a:spcPts val="1400"/>
              </a:spcAft>
              <a:defRPr sz="2400"/>
            </a:pPr>
            <a:r>
              <a:t>Single-page architecture for an "all-in-one-screen" experience.</a:t>
            </a:r>
          </a:p>
          <a:p>
            <a:pPr>
              <a:spcAft>
                <a:spcPts val="1400"/>
              </a:spcAft>
              <a:defRPr sz="2400"/>
            </a:pPr>
            <a:r>
              <a:t>Immediate visual feedback as users adjust health input sliders.</a:t>
            </a:r>
          </a:p>
        </p:txBody>
      </p:sp>
      <p:pic>
        <p:nvPicPr>
          <p:cNvPr id="4" name="Picture 3" descr="ui_dashboard_concept_17756243225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7. Diagnostic Reporting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Dynamic Results Processing:</a:t>
            </a:r>
          </a:p>
          <a:p>
            <a:pPr>
              <a:spcAft>
                <a:spcPts val="1400"/>
              </a:spcAft>
              <a:defRPr sz="2400"/>
            </a:pPr>
            <a:r>
              <a:t>- Optimal Health: Displays comforting heartbeat animation (Green).</a:t>
            </a:r>
          </a:p>
          <a:p>
            <a:pPr>
              <a:spcAft>
                <a:spcPts val="1400"/>
              </a:spcAft>
              <a:defRPr sz="2400"/>
            </a:pPr>
            <a:r>
              <a:t>- Elevated Risk: Displays flashing warning animation (Red).</a:t>
            </a:r>
          </a:p>
          <a:p>
            <a:pPr>
              <a:spcAft>
                <a:spcPts val="1400"/>
              </a:spcAft>
              <a:defRPr sz="2400"/>
            </a:pPr>
            <a:r>
              <a:t>Custom Medical Advisory Plans based on the specific prediction.</a:t>
            </a:r>
          </a:p>
          <a:p>
            <a:pPr>
              <a:spcAft>
                <a:spcPts val="1400"/>
              </a:spcAft>
              <a:defRPr sz="2400"/>
            </a:pPr>
            <a:r>
              <a:t>Includes a UI Pie Chart visualizing Risk vs. Safe percentages.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8. Key System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Real-time Assessment: Instant feedback with near zero-latency.</a:t>
            </a:r>
          </a:p>
          <a:p>
            <a:pPr>
              <a:spcAft>
                <a:spcPts val="1400"/>
              </a:spcAft>
              <a:defRPr sz="2400"/>
            </a:pPr>
            <a:r>
              <a:t>Privacy-Centric: Localized data processing; no external cloud storage.</a:t>
            </a:r>
          </a:p>
          <a:p>
            <a:pPr>
              <a:spcAft>
                <a:spcPts val="1400"/>
              </a:spcAft>
              <a:defRPr sz="2400"/>
            </a:pPr>
            <a:r>
              <a:t>Exportable Summaries: Users can download a .txt medical report.</a:t>
            </a:r>
          </a:p>
          <a:p>
            <a:pPr>
              <a:spcAft>
                <a:spcPts val="1400"/>
              </a:spcAft>
              <a:defRPr sz="2400"/>
            </a:pPr>
            <a:r>
              <a:t>Educational Impact: Promotes awareness of fundamental health trackers.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Cardiac Wellness System effectively combines aesthetic modern web design with powerful machine learning.</a:t>
            </a:r>
          </a:p>
          <a:p>
            <a:pPr>
              <a:spcAft>
                <a:spcPts val="1400"/>
              </a:spcAft>
              <a:defRPr sz="2400"/>
            </a:pPr>
            <a:r>
              <a:t>It successfully demonstrates the potential of AI in personal healthcare monitoring systems.</a:t>
            </a:r>
          </a:p>
          <a:p>
            <a:pPr>
              <a:spcAft>
                <a:spcPts val="1400"/>
              </a:spcAft>
              <a:defRPr sz="2400"/>
            </a:pPr>
            <a:r>
              <a:t>Delivers an intuitive, accessible experience without sacrificing depth.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E3A8A"/>
                </a:solidFill>
                <a:latin typeface="Calibri"/>
              </a:defRPr>
            </a:pPr>
            <a:r>
              <a:t>10. Future Scope &amp;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Integration with Wearable Technology (Smartwatches/Fitness trackers) for automated data extraction.</a:t>
            </a:r>
          </a:p>
          <a:p>
            <a:pPr>
              <a:spcAft>
                <a:spcPts val="1400"/>
              </a:spcAft>
              <a:defRPr sz="2400"/>
            </a:pPr>
            <a:r>
              <a:t>Expand backend connectivity to incorporate Electronic Health Records (EHR).</a:t>
            </a:r>
          </a:p>
          <a:p>
            <a:pPr>
              <a:spcAft>
                <a:spcPts val="1400"/>
              </a:spcAft>
              <a:defRPr sz="2400"/>
            </a:pPr>
            <a:r>
              <a:t>Incorporate advanced deep learning neural networks utilizing significantly larger, real-world clinical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